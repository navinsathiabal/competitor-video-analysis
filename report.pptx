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Slack</c:v>
                </c:pt>
                <c:pt idx="1">
                  <c:v>Microsoft Teams</c:v>
                </c:pt>
                <c:pt idx="2">
                  <c:v>Discord</c:v>
                </c:pt>
                <c:pt idx="3">
                  <c:v>Google Meet </c:v>
                </c:pt>
                <c:pt idx="4">
                  <c:v>Zoom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72100</c:v>
                </c:pt>
                <c:pt idx="1">
                  <c:v>53900</c:v>
                </c:pt>
                <c:pt idx="2">
                  <c:v>142000</c:v>
                </c:pt>
                <c:pt idx="3">
                  <c:v>792</c:v>
                </c:pt>
                <c:pt idx="4">
                  <c:v>9820000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Video Competitor Intelligence Report</a:t>
            </a:r>
          </a:p>
          <a:p>
            <a:pPr>
              <a:defRPr sz="1800">
                <a:solidFill>
                  <a:srgbClr val="2563EB"/>
                </a:solidFill>
              </a:defRPr>
            </a:pPr>
            <a:r>
              <a:t>Comparative Landscape Analysis | Generated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 Share: Total Subscriber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9144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